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943600" cy="5943600"/>
          </a:xfrm>
          <a:prstGeom prst="ellipse">
            <a:avLst/>
          </a:prstGeom>
          <a:solidFill>
            <a:srgbClr val="5C152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4023360" cy="402336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DARSHAN, SIMPLIFIED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DarshanEase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MERN-Stack Temple Darshan Ticket Booking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05840" cy="365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B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Express.js  ·  React.js  · 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sri</a:t>
            </a:r>
            <a:pPr indent="0" marL="0">
              <a:buNone/>
            </a:pPr>
            <a:r>
              <a:rPr lang="en-US" sz="13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23MH1A05O2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</a:t>
            </a:r>
            <a:pPr indent="0" marL="0">
              <a:buNone/>
            </a:pPr>
            <a:r>
              <a:rPr lang="en-US" sz="13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23MH1A05N9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102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Hemasri</a:t>
            </a:r>
            <a:pPr indent="0" marL="0">
              <a:buNone/>
            </a:pPr>
            <a:r>
              <a:rPr lang="en-US" sz="13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23MH1A05P5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</a:t>
            </a:r>
            <a:pPr indent="0" marL="0">
              <a:buNone/>
            </a:pPr>
            <a:r>
              <a:rPr lang="en-US" sz="13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23MH1A05Q7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833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 Department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1630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College of Engineering and Technology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1848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9842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is a full-stack MERN web application that lets devotees browse temples, view darshan slots, and book tickets online — replacing offline queues with a secure digital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4015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Development, built on the MERN stack (MongoDB, Express.js, React.js, Node.js) with RESTful APIs.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5312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81888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with secure JWT authentication, bcrypt password encryption, and role-based access for Users, Organizers, and Admins.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6002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76200" dist="25400" dir="5400000">
              <a:srgbClr val="3E0F1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22208" y="180136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5222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1600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21040" y="265176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76200" dist="25400" dir="5400000">
              <a:srgbClr val="3E0F1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22208" y="285292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852220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2651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21040" y="37033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76200" dist="25400" dir="5400000">
              <a:srgbClr val="3E0F1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22208" y="39044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21040" y="475488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76200" dist="25400" dir="5400000">
              <a:srgbClr val="3E0F1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22208" y="495604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0" y="4754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0F1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109728"/>
          </a:xfrm>
          <a:prstGeom prst="roundRect">
            <a:avLst/>
          </a:prstGeom>
          <a:solidFill>
            <a:srgbClr val="5C152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routinely face long offline queues and scattered, unreliable information when planning temple visits.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0F1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37360"/>
            <a:ext cx="3520440" cy="109728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Objective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user-friendly platform that lets devotees plan visits in advance and book darshan slots online.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0F17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737360"/>
            <a:ext cx="3520440" cy="109728"/>
          </a:xfrm>
          <a:prstGeom prst="roundRect">
            <a:avLst/>
          </a:prstGeom>
          <a:solidFill>
            <a:srgbClr val="0E4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9640" y="2148840"/>
            <a:ext cx="640080" cy="64008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850392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Building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5204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hands-on, end-to-end experience with the MERN stack — REST APIs, JWT auth, and role-based systems.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booking doesn't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5C1520">
              <a:alpha val="70000"/>
            </a:srgbClr>
          </a:solidFill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source of truth for darshan slots and timings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5C1520">
              <a:alpha val="70000"/>
            </a:srgbClr>
          </a:solidFill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21868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600200" y="30175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stand in long physical queues to book tickets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5C1520">
              <a:alpha val="70000"/>
            </a:srgbClr>
          </a:solidFill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1596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600200" y="41148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booking is slow and error-prone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52120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5C1520">
              <a:alpha val="70000"/>
            </a:srgbClr>
          </a:solidFill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41324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E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600200" y="52120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organizers have no digital way to manage bookings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DarshanEase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Booking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Seeghra, Sarva, or Divya darshan slots in advance across every listed temple.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Entry Pass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313432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instantly generates a scan-and-enter QR pass — no printed ticket required.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Organizer Console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62272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organizers manage listings, darshan types, and incoming bookings from one dashboard.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462272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secure experiences for Devotees, Organizers, and Admins via JWT authentication.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E4D4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JavaScript / HTML5 / CSS3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Bootstrap / Material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5C15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Express.js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4160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 architecture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E0F1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965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Auth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0" y="3657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Authentication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03920" y="4160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bcrypt.js password hashing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&amp; GitHub    |    API Testing: Postman    |    Dev Environment: Visual Studio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801368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16459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Management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651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Slot Management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807208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651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System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1304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3813048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6576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Module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46634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126480" y="46634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4818888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46634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Dashboard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Temple Directory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5" name="Image 0" descr="/home/claude/extracted/my-mern-project-main/MERN Phase Wise/Frontend/Devotee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49240" cy="30089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Devotee Home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welcoming landing page with quick stats and a call-to-action to browse temples.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9" name="Image 1" descr="/home/claude/extracted/my-mern-project-main/MERN Phase Wise/Frontend/Temples_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Temple Directory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63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listed temples with timings and a short description before booking.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Slot Booking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5" name="Image 0" descr="/home/claude/extracted/my-mern-project-main/MERN Phase Wise/Frontend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49240" cy="30089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Login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screen, three roles — Devotee, Organizer, and Admin — each routed to its own dashboard.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9" name="Image 1" descr="/home/claude/extracted/my-mern-project-main/Project Files/Application_Screenshots/Darshan_Boo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Darshan Slot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63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darshan type, date, and ticket count, then confirm the booking in a few taps.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Bookings &amp; Admin Console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5" name="Image 0" descr="/home/claude/extracted/my-mern-project-main/Project Files/Application_Screenshots/Devotee_Boo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49240" cy="30089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Bookings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generates a scan-and-enter QR pass with temple, timing, and price details.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636776"/>
            <a:ext cx="5458968" cy="311867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3D3C4"/>
            </a:solidFill>
            <a:prstDash val="solid"/>
          </a:ln>
          <a:effectLst>
            <a:outerShdw sx="100000" sy="100000" kx="0" ky="0" algn="bl" rotWithShape="0" blurRad="127000" dist="38100" dir="5400000">
              <a:srgbClr val="3E0F17">
                <a:alpha val="18000"/>
              </a:srgbClr>
            </a:outerShdw>
          </a:effectLst>
        </p:spPr>
      </p:sp>
      <p:pic>
        <p:nvPicPr>
          <p:cNvPr id="9" name="Image 1" descr="/home/claude/extracted/my-mern-project-main/Project Files/Application_Screenshots/Organizers_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8377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63640" y="5176076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organizer accounts across every temple from a single table view.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5C152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Obtained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developed MERN-stack web application — DarshanEase — with working authentication, booking, and admin modules.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143000" y="31272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prototype for a real temple communication and booking platform, improving accessibility for devotees.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858768"/>
            <a:ext cx="365760" cy="36576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143000" y="37856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slot booking reduces physical queues and helps temple staff plan crowd flow in advance.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365760" cy="36576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143000" y="44439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 Console cuts manual coordination between temple staff and administrators.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175504"/>
            <a:ext cx="365760" cy="36576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143000" y="51023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architecture (User / Organizer / Admin) demonstrates a production-style access model.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709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developed DarshanEase, a practical full-stack solution for temple darshan booking.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67004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JWT authentication, bcrypt password encryption, and role-based authorization.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5C152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63016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REST API with Express.js and Node.js backed by a MongoDB database.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solidFill>
            <a:srgbClr val="0E4D4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59028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showcases proficiency in the MERN stack — a modern, in-demand full-stack framework.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235440" y="1783080"/>
            <a:ext cx="2423160" cy="3703320"/>
          </a:xfrm>
          <a:prstGeom prst="roundRect">
            <a:avLst>
              <a:gd name="adj" fmla="val 4528"/>
            </a:avLst>
          </a:prstGeom>
          <a:solidFill>
            <a:srgbClr val="5C1520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103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class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0" y="306324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foundation ready to expand with real payments, notifications, and more temples.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DarshanEase  |  MERN Stack Temple Darshan Booking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519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00400"/>
            <a:ext cx="5943600" cy="5943600"/>
          </a:xfrm>
          <a:prstGeom prst="ellipse">
            <a:avLst/>
          </a:prstGeom>
          <a:solidFill>
            <a:srgbClr val="5C152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286000"/>
            <a:ext cx="5486400" cy="548640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005840" cy="365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sri, Manasa, Hemasri, Chaitanya  |  CSE, Aditya College of Engineering and Technology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DarshanEase - Temple Darshan Ticket Booking System</dc:title>
  <dc:subject>PptxGenJS Presentation</dc:subject>
  <dc:creator>Satyasri Pothula</dc:creator>
  <cp:lastModifiedBy>Satyasri Pothula</cp:lastModifiedBy>
  <cp:revision>1</cp:revision>
  <dcterms:created xsi:type="dcterms:W3CDTF">2026-09-22T00:30:24Z</dcterms:created>
  <dcterms:modified xsi:type="dcterms:W3CDTF">2026-09-22T00:30:24Z</dcterms:modified>
</cp:coreProperties>
</file>